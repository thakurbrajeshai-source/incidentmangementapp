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2026-08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App/Technical Error</c:v>
                </c:pt>
                <c:pt idx="1">
                  <c:v>Lead/Application Status</c:v>
                </c:pt>
                <c:pt idx="2">
                  <c:v>Login/Portal Access</c:v>
                </c:pt>
                <c:pt idx="3">
                  <c:v>KYC/Verification</c:v>
                </c:pt>
                <c:pt idx="4">
                  <c:v>Payment/Disbursement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Darshan Patil</c:v>
                </c:pt>
                <c:pt idx="1">
                  <c:v>Second Resolver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Incident Management —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Auto-generated report · 2026-08-16 02:32 UTC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Total tickets in system: 8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Open: 1 · In Progress: 1 · Resolved: 0 · Closed: 4 · Rejected: 2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Reverted at least once: 1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This deck is generated live from the Incident Management App database.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743200" cy="109728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2316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97706"/>
                </a:solidFill>
              </a:defRPr>
            </a:pPr>
            <a:r>
              <a:t>1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Open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286000"/>
            <a:ext cx="2743200" cy="109728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42316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9488"/>
                </a:solidFill>
              </a:defRPr>
            </a:pPr>
            <a:r>
              <a:t>1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In Progress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286000"/>
            <a:ext cx="2743200" cy="109728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42316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4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Closed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2286000"/>
            <a:ext cx="2743200" cy="109728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242316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91C1C"/>
                </a:solidFill>
              </a:defRPr>
            </a:pPr>
            <a:r>
              <a:t>1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Reverted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Monthly incident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Ticket creation volume by month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645920"/>
          <a:ext cx="112471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Category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Where do incidents cluster?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645920"/>
          <a:ext cx="112471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Resolver leaderboard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Tickets picked/assigned per resolver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645920"/>
          <a:ext cx="112471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Highest-volume category: App/Technical Error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Most active resolver: Darshan Patil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Revert rate (tickets reopened at least once): 12.5%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Total rejections recorded: 2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Recommendations: focus on the top category, watch reverts for training signals, and review rejections for policy gaps.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