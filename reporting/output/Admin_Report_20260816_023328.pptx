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App/Technical Error</c:v>
                </c:pt>
                <c:pt idx="1">
                  <c:v>Lead/Application Status</c:v>
                </c:pt>
                <c:pt idx="2">
                  <c:v>Login/Portal Access</c:v>
                </c:pt>
                <c:pt idx="3">
                  <c:v>KYC/Verification</c:v>
                </c:pt>
                <c:pt idx="4">
                  <c:v>Payment/Disbursement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Darshan Patil</c:v>
                </c:pt>
                <c:pt idx="1">
                  <c:v>Second Resolver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Incident Management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Auto-generated report · 2026-08-16 02:33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tickets in system: 8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Open: 1 · In Progress: 1 · Resolved: 0 · Closed: 4 · Rejected: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Reverted at least once: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This deck is generated live from the Incident Management App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91C1C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Reverted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incident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 creation volume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Where do incidents cluster?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Resolver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Tickets picked/assigned per resolver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Highest-volume category: App/Technical Error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Most active resolver: Darshan Patil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 rate (tickets reopened at least once): 12.5%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rejections recorded: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Recommendations: focus on the top category, watch reverts for training signals, and review rejections for policy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